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9"/>
  </p:notesMasterIdLst>
  <p:sldIdLst>
    <p:sldId id="256" r:id="rId5"/>
    <p:sldId id="2146847054" r:id="rId6"/>
    <p:sldId id="262" r:id="rId7"/>
    <p:sldId id="265" r:id="rId8"/>
    <p:sldId id="266" r:id="rId9"/>
    <p:sldId id="2146847056" r:id="rId10"/>
    <p:sldId id="2146847057" r:id="rId11"/>
    <p:sldId id="2146847058" r:id="rId12"/>
    <p:sldId id="2146847059" r:id="rId13"/>
    <p:sldId id="267" r:id="rId14"/>
    <p:sldId id="268" r:id="rId15"/>
    <p:sldId id="2146847055" r:id="rId16"/>
    <p:sldId id="269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C3D9CC-52A4-7BB9-5926-A17EAD909109}" v="32" dt="2024-12-19T12:09:51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559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10/17/2025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10/17/2025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10/17/2025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10/17/2025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tesh-1209/QuizMast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itesh-1209.github.io/QuizMaster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" TargetMode="External"/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hatgpt.com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1542" y="1861404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Quiz-Master: quiz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5908" y="4507707"/>
            <a:ext cx="7980183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Ritesh Dubey, ABES Engineering College, CSE-Data Science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AICTE id- </a:t>
            </a: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STU687bae460f8d51752936006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74876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6FA226B-B793-1ABD-FBA7-D34D3073B2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447080"/>
            <a:ext cx="7087969" cy="2383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</a:rPr>
              <a:t>Students and educators lack lightweight, interactive quiz tools for practice and testing.</a:t>
            </a:r>
            <a:r>
              <a:rPr lang="en-GB" sz="1800" dirty="0"/>
              <a:t> 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</a:rPr>
              <a:t>This project features a quiz app with multiple-choice questions, timers, and instant scoring. 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</a:rPr>
              <a:t>It supports learning </a:t>
            </a:r>
            <a:r>
              <a:rPr lang="en-IN" sz="1800" dirty="0">
                <a:solidFill>
                  <a:schemeClr val="tx1"/>
                </a:solidFill>
                <a:latin typeface="Arial" panose="020B0604020202020204" pitchFamily="34" charset="0"/>
              </a:rPr>
              <a:t>through immediate feedback.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5826F3-63A3-9969-1D62-0483FC025981}"/>
              </a:ext>
            </a:extLst>
          </p:cNvPr>
          <p:cNvSpPr txBox="1"/>
          <p:nvPr/>
        </p:nvSpPr>
        <p:spPr>
          <a:xfrm>
            <a:off x="581192" y="1678953"/>
            <a:ext cx="429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tx2">
                    <a:lumMod val="75000"/>
                  </a:schemeClr>
                </a:solidFill>
              </a:rPr>
              <a:t>Online Quiz Application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50866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47B10D-BA02-E027-46A1-3EB9B387A4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219681"/>
            <a:ext cx="5062524" cy="2672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Technologies: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HTML5: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Created 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tructure of the webpage.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CSS3: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Used in 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tyling and responsive layouts.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Given 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ynamic interactivity 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GB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API integration: </a:t>
            </a:r>
            <a:r>
              <a:rPr lang="en-GB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For dynamic questions,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Open Trivia Database is used.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BFF7B72-3453-2654-B062-A20B27B93A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06"/>
          <a:stretch>
            <a:fillRect/>
          </a:stretch>
        </p:blipFill>
        <p:spPr bwMode="auto">
          <a:xfrm>
            <a:off x="6096000" y="1116014"/>
            <a:ext cx="5270090" cy="4803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15969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13D4AF-BC64-937B-E983-E2F50E4F34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410538"/>
            <a:ext cx="5663730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Algorithm (Quiz Flow)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User selects quiz preferences 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(category, difficulty, number of questions).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System fetches questions from API.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Timer starts then question displayed with multiple choices.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User selects answer then app checks correctness.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Score, streak, and progress updated.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After all questions it shows results &amp; performance analytics.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</a:rPr>
              <a:t>Saves result to the leaderboard.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GitHub Pages for hosting.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22B3ED39-8322-C5DF-32D2-0D1B33DC5A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78"/>
          <a:stretch>
            <a:fillRect/>
          </a:stretch>
        </p:blipFill>
        <p:spPr bwMode="auto">
          <a:xfrm>
            <a:off x="5922359" y="1367689"/>
            <a:ext cx="6343650" cy="4079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20F19-3232-FCD0-E48F-6210A7E8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230409-939A-60F3-342F-342F13F94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BE642F-C3D0-4B7A-8D8A-3804B8286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52826"/>
            <a:ext cx="2954487" cy="862054"/>
          </a:xfrm>
        </p:spPr>
        <p:txBody>
          <a:bodyPr>
            <a:normAutofit/>
          </a:bodyPr>
          <a:lstStyle/>
          <a:p>
            <a:pPr marL="305435" indent="-305435"/>
            <a:r>
              <a:rPr lang="en-US" sz="2800" b="1" dirty="0"/>
              <a:t>Snaps of Code-</a:t>
            </a:r>
            <a:endParaRPr lang="en-US" dirty="0"/>
          </a:p>
          <a:p>
            <a:pPr marL="305435" indent="-305435"/>
            <a:endParaRPr lang="en-US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D89C65-E798-9456-5049-9BBB09E26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1856740"/>
            <a:ext cx="5169368" cy="44413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9A187D-4445-419E-89FC-4CEC6A7D0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56740"/>
            <a:ext cx="5394960" cy="444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15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684134-4798-C320-2C58-DACB2D9B33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599"/>
          <a:stretch>
            <a:fillRect/>
          </a:stretch>
        </p:blipFill>
        <p:spPr>
          <a:xfrm>
            <a:off x="332327" y="1630680"/>
            <a:ext cx="2340995" cy="35966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DD3147-88A5-902E-AA6A-FC644A29A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068" y="980440"/>
            <a:ext cx="2670133" cy="5303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670BE6-C2B5-9B88-548A-F1C3ECD0D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8593" y="1219200"/>
            <a:ext cx="2937078" cy="482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109804-F311-7DF8-FA54-5526169FAB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1235"/>
          <a:stretch>
            <a:fillRect/>
          </a:stretch>
        </p:blipFill>
        <p:spPr>
          <a:xfrm>
            <a:off x="2812719" y="1259840"/>
            <a:ext cx="3076477" cy="474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143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8D1990-3160-9F68-489A-B1E0EB021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30" y="802640"/>
            <a:ext cx="5486434" cy="52527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9CD757-8C95-AF27-3DED-90B8F6E56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411" y="802640"/>
            <a:ext cx="5426159" cy="525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426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1E3DE9-8732-5F11-5A82-5639D4B7B504}"/>
              </a:ext>
            </a:extLst>
          </p:cNvPr>
          <p:cNvSpPr txBox="1">
            <a:spLocks/>
          </p:cNvSpPr>
          <p:nvPr/>
        </p:nvSpPr>
        <p:spPr>
          <a:xfrm>
            <a:off x="347512" y="621306"/>
            <a:ext cx="2954487" cy="862054"/>
          </a:xfrm>
          <a:prstGeom prst="rect">
            <a:avLst/>
          </a:prstGeom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5435" indent="-305435"/>
            <a:r>
              <a:rPr lang="en-US" sz="2800" b="1" dirty="0"/>
              <a:t>Output-</a:t>
            </a:r>
            <a:endParaRPr lang="en-US" dirty="0"/>
          </a:p>
          <a:p>
            <a:pPr marL="305435" indent="-305435"/>
            <a:endParaRPr lang="en-US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363748-5F09-7DD2-1753-9BA8DA0E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021" y="1221740"/>
            <a:ext cx="4887246" cy="24897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C699E0-86EA-87EC-B6D4-6697C6D06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789" y="1183733"/>
            <a:ext cx="5181598" cy="25989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591E53-97F0-1F9A-E506-F0594D6B2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021" y="3839950"/>
            <a:ext cx="4915285" cy="24897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E42C9F-9617-AFC0-EF34-32462E199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789" y="3904582"/>
            <a:ext cx="5182148" cy="242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483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82650"/>
            <a:ext cx="11029616" cy="530296"/>
          </a:xfrm>
        </p:spPr>
        <p:txBody>
          <a:bodyPr>
            <a:normAutofit/>
          </a:bodyPr>
          <a:lstStyle/>
          <a:p>
            <a:r>
              <a:rPr lang="en-US" dirty="0"/>
              <a:t>GITHUB AND DEPLOYMNET LINK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800" b="1" dirty="0"/>
              <a:t>Attach your </a:t>
            </a:r>
            <a:r>
              <a:rPr lang="en-US" sz="2800" b="1" dirty="0" err="1"/>
              <a:t>Github</a:t>
            </a:r>
            <a:r>
              <a:rPr lang="en-US" sz="2800" b="1" dirty="0"/>
              <a:t> Link : </a:t>
            </a:r>
            <a:r>
              <a:rPr lang="en-US" sz="2800" b="1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https://github.com/ritesh-1209/QuizMaster</a:t>
            </a:r>
            <a:endParaRPr lang="en-US" sz="2800" b="1" dirty="0">
              <a:solidFill>
                <a:schemeClr val="accent2"/>
              </a:solidFill>
            </a:endParaRPr>
          </a:p>
          <a:p>
            <a:pPr marL="305435" indent="-305435"/>
            <a:r>
              <a:rPr lang="en-US" sz="2800" b="1" dirty="0">
                <a:ea typeface="+mn-lt"/>
                <a:cs typeface="+mn-lt"/>
              </a:rPr>
              <a:t>Deployment link: </a:t>
            </a:r>
            <a:r>
              <a:rPr lang="en-US" sz="2800" b="1" dirty="0">
                <a:solidFill>
                  <a:schemeClr val="accent2"/>
                </a:solidFill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https://ritesh-1209.github.io/QuizMaster/</a:t>
            </a:r>
            <a:endParaRPr lang="en-US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15516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90F0D3-BDEA-0292-92F3-78C774C3D8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879219"/>
            <a:ext cx="9020008" cy="1893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The Quiz App demonstrates how </a:t>
            </a:r>
            <a:r>
              <a:rPr lang="en-GB" sz="1600" b="1" dirty="0">
                <a:solidFill>
                  <a:schemeClr val="tx1"/>
                </a:solidFill>
                <a:latin typeface="Arial" panose="020B0604020202020204" pitchFamily="34" charset="0"/>
              </a:rPr>
              <a:t>HTML, CSS, and JavaScript 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can be combined to build a fully functional web application.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Enhances </a:t>
            </a:r>
            <a:r>
              <a:rPr lang="en-GB" sz="1600" b="1" dirty="0">
                <a:solidFill>
                  <a:schemeClr val="tx1"/>
                </a:solidFill>
                <a:latin typeface="Arial" panose="020B0604020202020204" pitchFamily="34" charset="0"/>
              </a:rPr>
              <a:t>learning experience 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through gamification.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Provides </a:t>
            </a:r>
            <a:r>
              <a:rPr lang="en-GB" sz="1600" b="1" dirty="0">
                <a:solidFill>
                  <a:schemeClr val="tx1"/>
                </a:solidFill>
                <a:latin typeface="Arial" panose="020B0604020202020204" pitchFamily="34" charset="0"/>
              </a:rPr>
              <a:t>real-time feedback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GB" sz="1600" b="1" dirty="0">
                <a:solidFill>
                  <a:schemeClr val="tx1"/>
                </a:solidFill>
                <a:latin typeface="Arial" panose="020B0604020202020204" pitchFamily="34" charset="0"/>
              </a:rPr>
              <a:t>analytics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, and </a:t>
            </a:r>
            <a:r>
              <a:rPr lang="en-GB" sz="1600" b="1" dirty="0">
                <a:solidFill>
                  <a:schemeClr val="tx1"/>
                </a:solidFill>
                <a:latin typeface="Arial" panose="020B0604020202020204" pitchFamily="34" charset="0"/>
              </a:rPr>
              <a:t>user engagement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A simple yet powerful model for </a:t>
            </a:r>
            <a:r>
              <a:rPr lang="en-GB" sz="1600" b="1" dirty="0">
                <a:solidFill>
                  <a:schemeClr val="tx1"/>
                </a:solidFill>
                <a:latin typeface="Arial" panose="020B0604020202020204" pitchFamily="34" charset="0"/>
              </a:rPr>
              <a:t>education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GB" sz="1600" b="1" dirty="0">
                <a:solidFill>
                  <a:schemeClr val="tx1"/>
                </a:solidFill>
                <a:latin typeface="Arial" panose="020B0604020202020204" pitchFamily="34" charset="0"/>
              </a:rPr>
              <a:t>training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, and </a:t>
            </a:r>
            <a:r>
              <a:rPr lang="en-GB" sz="1600" b="1" dirty="0">
                <a:solidFill>
                  <a:schemeClr val="tx1"/>
                </a:solidFill>
                <a:latin typeface="Arial" panose="020B0604020202020204" pitchFamily="34" charset="0"/>
              </a:rPr>
              <a:t>entertainment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81192" y="100721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34F224-4AA0-CB45-7156-5485779AB0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2952" y="2378844"/>
            <a:ext cx="5969904" cy="1524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Add </a:t>
            </a:r>
            <a:r>
              <a:rPr lang="en-GB" sz="1600" b="1" dirty="0">
                <a:solidFill>
                  <a:schemeClr val="tx1"/>
                </a:solidFill>
                <a:latin typeface="Arial" panose="020B0604020202020204" pitchFamily="34" charset="0"/>
              </a:rPr>
              <a:t>multiplayer mode 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(real-time quiz battles).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Store user progress in </a:t>
            </a:r>
            <a:r>
              <a:rPr lang="en-GB" sz="1600" b="1" dirty="0">
                <a:solidFill>
                  <a:schemeClr val="tx1"/>
                </a:solidFill>
                <a:latin typeface="Arial" panose="020B0604020202020204" pitchFamily="34" charset="0"/>
              </a:rPr>
              <a:t>cloud database 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instead of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localStorage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Support for </a:t>
            </a:r>
            <a:r>
              <a:rPr lang="en-GB" sz="1600" b="1" dirty="0">
                <a:solidFill>
                  <a:schemeClr val="tx1"/>
                </a:solidFill>
                <a:latin typeface="Arial" panose="020B0604020202020204" pitchFamily="34" charset="0"/>
              </a:rPr>
              <a:t>images, audio, and video-based questions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GB" sz="1600" b="1" dirty="0">
                <a:solidFill>
                  <a:schemeClr val="tx1"/>
                </a:solidFill>
                <a:latin typeface="Arial" panose="020B0604020202020204" pitchFamily="34" charset="0"/>
              </a:rPr>
              <a:t>Integration with AI 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</a:rPr>
              <a:t>for adaptive difficulty levels.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D3A04FC-F921-8D4E-BEC0-9B94DBEF22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6" b="10520"/>
          <a:stretch>
            <a:fillRect/>
          </a:stretch>
        </p:blipFill>
        <p:spPr bwMode="auto">
          <a:xfrm>
            <a:off x="5535930" y="2997200"/>
            <a:ext cx="6247316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82650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IN" sz="2800" b="1" dirty="0">
                <a:solidFill>
                  <a:srgbClr val="0F0F0F"/>
                </a:solidFill>
                <a:ea typeface="+mn-lt"/>
                <a:cs typeface="+mn-lt"/>
              </a:rPr>
              <a:t>Took help form google, ChatGPT, and various other websites</a:t>
            </a:r>
          </a:p>
          <a:p>
            <a:pPr marL="305435" indent="-305435"/>
            <a:r>
              <a:rPr lang="en-IN" sz="2400" dirty="0">
                <a:solidFill>
                  <a:srgbClr val="0F0F0F"/>
                </a:solidFill>
                <a:ea typeface="+mn-lt"/>
                <a:cs typeface="+mn-lt"/>
                <a:hlinkClick r:id="rId2"/>
              </a:rPr>
              <a:t>https://www.w3schools.com/</a:t>
            </a:r>
            <a:endParaRPr lang="en-IN" sz="2400" dirty="0">
              <a:solidFill>
                <a:srgbClr val="0F0F0F"/>
              </a:solidFill>
              <a:ea typeface="+mn-lt"/>
              <a:cs typeface="+mn-lt"/>
            </a:endParaRPr>
          </a:p>
          <a:p>
            <a:pPr marL="305435" indent="-305435"/>
            <a:r>
              <a:rPr lang="en-IN" sz="2400" dirty="0">
                <a:solidFill>
                  <a:srgbClr val="0F0F0F"/>
                </a:solidFill>
                <a:ea typeface="+mn-lt"/>
                <a:cs typeface="+mn-lt"/>
                <a:hlinkClick r:id="rId3"/>
              </a:rPr>
              <a:t>https://www.google.com/</a:t>
            </a:r>
            <a:endParaRPr lang="en-IN" sz="2400" dirty="0">
              <a:solidFill>
                <a:srgbClr val="0F0F0F"/>
              </a:solidFill>
              <a:ea typeface="+mn-lt"/>
              <a:cs typeface="+mn-lt"/>
            </a:endParaRPr>
          </a:p>
          <a:p>
            <a:pPr marL="305435" indent="-305435"/>
            <a:r>
              <a:rPr lang="en-IN" sz="2400" dirty="0">
                <a:solidFill>
                  <a:srgbClr val="0F0F0F"/>
                </a:solidFill>
                <a:ea typeface="+mn-lt"/>
                <a:cs typeface="+mn-lt"/>
                <a:hlinkClick r:id="rId4"/>
              </a:rPr>
              <a:t>https://chatgpt.com/</a:t>
            </a:r>
            <a:endParaRPr lang="en-IN" sz="2400" dirty="0">
              <a:solidFill>
                <a:srgbClr val="0F0F0F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628" y="2766218"/>
            <a:ext cx="9298744" cy="1325563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267</TotalTime>
  <Words>356</Words>
  <Application>Microsoft Office PowerPoint</Application>
  <PresentationFormat>Widescreen</PresentationFormat>
  <Paragraphs>61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Quiz-Master: quiz Application</vt:lpstr>
      <vt:lpstr>OUTLINE</vt:lpstr>
      <vt:lpstr>Problem Statement</vt:lpstr>
      <vt:lpstr>System  Approach</vt:lpstr>
      <vt:lpstr>Algorithm &amp; Deployment</vt:lpstr>
      <vt:lpstr>Result</vt:lpstr>
      <vt:lpstr>PowerPoint Presentation</vt:lpstr>
      <vt:lpstr>PowerPoint Presentation</vt:lpstr>
      <vt:lpstr>PowerPoint Presentation</vt:lpstr>
      <vt:lpstr>GITHUB AND DEPLOYMNET LINK</vt:lpstr>
      <vt:lpstr>Conclusion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Ritesh Dubey</cp:lastModifiedBy>
  <cp:revision>50</cp:revision>
  <dcterms:created xsi:type="dcterms:W3CDTF">2021-05-26T16:50:10Z</dcterms:created>
  <dcterms:modified xsi:type="dcterms:W3CDTF">2025-10-17T14:23:52Z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